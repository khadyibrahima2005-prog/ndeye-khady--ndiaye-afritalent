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deye khady ndiaye" initials="Nkn" lastIdx="1" clrIdx="0">
    <p:extLst>
      <p:ext uri="{19B8F6BF-5375-455C-9EA6-DF929625EA0E}">
        <p15:presenceInfo xmlns:p15="http://schemas.microsoft.com/office/powerpoint/2012/main" userId="0b9313af6832686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420" y="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546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titre. Présenter le projet AfriTalent, votre nom, l'établissement et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rapidement le plan de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Expliquez le contexte du projet, les objectifs pédagogiques et techniques, et à qui il s'adresse.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Justifiez vos choix de couleurs (référence à l'identité africaine moderne) et de polices (lisibilité + prestige).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Parlez des sites qui vous ont inspiré et de la philosophie derrière l'identité visuelle AfriTalent.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l'arborescence du site et expliquez le rôle de chaque fichier.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les captures ou expliquez le contenu de chaque page. Idéalement, insérez de vraies captures d'écran.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Expliquez les fonctionnalités JavaScript clés. Montrez des extraits de code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les composants Bootstrap utilisés et l'importance des variables CSS pour la maintenabilité du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Présentez l'historique des commits et expliquez le déploiement sur GitHub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Décrivez les difficultés rencontrées et les solutions techniques appliquées. Montrez votre démarche de résolution de problèmes.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Citez toutes les ressources utilisées : documentation, tutoriels, frameworks, outils de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Ouvrez le navigateur et naviguez en direct sur le site hébergé sur GitHub Pages. Démontrez les fonctionnalités clés.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le bilan des compétences techniques acquises et des pistes d'amélioration futures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Remerciez le jury, donnez votre lien GitHub Pages et ouvrez la session de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b="1" i="0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Connectez les entreprises aux meilleurs talents africains</a:t>
            </a:r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200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Web – Semestre 2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HTML5 · CSS3 · Bootstrap 5 · JavaScript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: GitHub Pages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7C3AED">
              <a:alpha val="6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86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NDEYE KHADY NDIAYE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L1 IAGE  |  ISI – Institut Supérieur d'Informatique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2529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objectifs, public cible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854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04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couleurs, polices, inspirations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455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364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&amp; pages développées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0565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325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Bootstrap 5, CSS avancé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2529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444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commits, workflow, GitHub Pages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1854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404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1455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364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live du site en ligne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06908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10565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4325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perspectives d'amélioration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6459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L'Afrique regorge de développeurs talentueux mais peu visibles sur les plateformes mondiales. AfriTalent comble ce manque en créant une vitrine dédiée aux freelances tech africains.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1783080"/>
            <a:ext cx="16459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92024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une marketplace fonctionnelle avec : listing de freelances, filtrage par catégorie, système de tarification, blog et formulaire de contact.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Cible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75120" y="1783080"/>
            <a:ext cx="16459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92024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cherchant des développeurs africains, freelances souhaitant se faire connaître, et recruteurs tech sur le continent africain.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· Polices · Inspirations  |  Diapositive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508760" cy="1371600"/>
          </a:xfrm>
          <a:prstGeom prst="roundRect">
            <a:avLst>
              <a:gd name="adj" fmla="val 666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sp>
      <p:sp>
        <p:nvSpPr>
          <p:cNvPr id="6" name="Shape 4"/>
          <p:cNvSpPr/>
          <p:nvPr/>
        </p:nvSpPr>
        <p:spPr>
          <a:xfrm>
            <a:off x="365760" y="2578608"/>
            <a:ext cx="15087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06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907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1455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navbar &amp; hero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57400" y="1188720"/>
            <a:ext cx="1508760" cy="1371600"/>
          </a:xfrm>
          <a:prstGeom prst="roundRect">
            <a:avLst>
              <a:gd name="adj" fmla="val 6667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11" name="Shape 9"/>
          <p:cNvSpPr/>
          <p:nvPr/>
        </p:nvSpPr>
        <p:spPr>
          <a:xfrm>
            <a:off x="2057400" y="2578608"/>
            <a:ext cx="15087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606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907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#198754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31455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Accents, boutons CTA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94760" y="2606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31455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0" y="2606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907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31455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0" y="118872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2578608"/>
            <a:ext cx="150876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2606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 Pur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2907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78040" y="31455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sur foncé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INSPIRATIONS &amp; IDENTITÉ VISUELLE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guidé nos choix visuels  |  Diapositive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Upwork &amp; Malt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mondiales des marketplaces freelances. Structure claire, CTA visibles, filtres avancés.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Africain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71907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géométriques, noir &amp; vert foncé. Identité forte rappelant la richesse culturelle du continent.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200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Bento Grid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moderne en grille Bento pour organiser les services de façon visuelle et impactante.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1089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200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363931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CSS/JS utilisé pour la grille responsive, les composants (navbar, carousel, modals).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des pages  |  Diapositive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11887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</a:rPr>
              <a:t>AfriTalent (Racine)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783080"/>
            <a:ext cx="0" cy="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40280"/>
            <a:ext cx="81381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240280"/>
            <a:ext cx="0" cy="36576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index.html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" y="2871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D9FF"/>
                </a:solidFill>
              </a:rPr>
              <a:t>Accueil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68880" y="2240280"/>
            <a:ext cx="0" cy="36576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64792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freelances.html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64792" y="2871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D9FF"/>
                </a:solidFill>
              </a:rPr>
              <a:t>Annuaires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23360" y="2240280"/>
            <a:ext cx="0" cy="36576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tarifs.html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19272" y="2871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D9FF"/>
                </a:solidFill>
              </a:rPr>
              <a:t>Tarifs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2240280"/>
            <a:ext cx="0" cy="36576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blog.html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73752" y="2871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D9FF"/>
                </a:solidFill>
              </a:rPr>
              <a:t>Blog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0" y="2240280"/>
            <a:ext cx="0" cy="36576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about.html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28232" y="2871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D9FF"/>
                </a:solidFill>
              </a:rPr>
              <a:t>À Propos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595360" y="2240280"/>
            <a:ext cx="0" cy="36576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1272" y="2633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contact.html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91272" y="2871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D9FF"/>
                </a:solidFill>
              </a:rPr>
              <a:t>Contact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1F1940"/>
          </a:solidFill>
          <a:ln w="12700">
            <a:solidFill>
              <a:srgbClr val="3D2E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56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Fichiers partagés (Assets)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79476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2D1B69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822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</a:rPr>
              <a:t>css/style.css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68880" y="379476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2D1B69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3822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</a:rPr>
              <a:t>css/dark-mode.css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379476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2D1B69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3822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</a:rPr>
              <a:t>js/main.js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379476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2D1B69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3822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</a:rPr>
              <a:t>js/scroll-animations.js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20624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2D1B69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2336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</a:rPr>
              <a:t>js/form-validation.js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68880" y="420624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2D1B69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42336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</a:rPr>
              <a:t>img/ (logo, photos)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420624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2D1B69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42336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</a:rPr>
              <a:t>index.html … contact.html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D'ÉCRAN DES PAGES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Diapositive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2D1B69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2743200" cy="2286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Accueil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asymétrique, Bento Grid, Carousel témoignages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463040"/>
            <a:ext cx="274320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783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avec filtres dynamiques par catégorie (data-categorie)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63040"/>
            <a:ext cx="274320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formules tarifaires : Starter, Pro, Enterprise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1089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1089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383280"/>
            <a:ext cx="27432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Propos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valeurs, counters animés IntersectionObserver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089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383280"/>
            <a:ext cx="2743200" cy="228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3703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regex : nom, email, message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– JAVASCRIPT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 de code · Logique · Fonctionnalités  |  Diapositive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F19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+ toggle via classList. Persistance entre sessions.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F19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Freelances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data-categorie sur les cartes. Event delegation sur les boutons.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F19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Animés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déclenche l'animation au scroll.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0690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F19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pour email &amp; nom. Feedback Bootstrap (invalid/valid).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0D0B1E"/>
          </a:solidFill>
          <a:ln w="19050">
            <a:solidFill>
              <a:srgbClr val="5B21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325880"/>
            <a:ext cx="164592" cy="16459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5232" y="13258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132588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main.js – scroll-animations.js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1664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Dark Mode Toggle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1901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document.querySelector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2139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('#darkModeToggle');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2377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btn.addEventListener('click', () =&gt; {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2615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.toggle('dark-mode');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090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localStorage.setItem('dark',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33284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.contains('dark-mode'));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92040" y="3803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4041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4279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IntersectionObserver counters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4517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observer = new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4754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IntersectionObserver((entries)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 &amp; CSS AVANCÉ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Bootstrap utilisés · Variables CSS · Responsive  |  Diapositive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Bootstrap 5 utilisés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(scroll behavior)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5087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5544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(témoignages)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40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(freelances)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21945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2402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(détails)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260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(catégories)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8803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9260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(FAQ)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118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12 colonnes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35661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6118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spacing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14300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1E1B2E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CSS (:root)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1645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20640" y="18882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--primary: #1A1A2E;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2130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--secondary: #7C3AED;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0" y="23728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--accent: #F59E0B;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20640" y="26151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--font-main: 'Inter';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28575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--border-radius: 12px;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20640" y="3099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--transition: 0.3s ease;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20640" y="33421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20640" y="3584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20640" y="38267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.dark-mode {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20640" y="4069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--bg: #0F0E1A;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120640" y="43113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--text: #F1F5F9;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20640" y="4553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· Workflow Git · GitHub Pages  |  Diapositive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070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" y="1572768"/>
            <a:ext cx="0" cy="10058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projet – structure HTML de 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264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Dossiers, fichiers vides, lien Bootstrap CDN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733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91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" y="2057400"/>
            <a:ext cx="0" cy="10058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673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&amp; Footer Bootstrap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19110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responsive, liens entre pages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579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76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" y="2542032"/>
            <a:ext cx="0" cy="10058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157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CSS (variables)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2395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complète, :root, dark-mode.css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6426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609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" y="3026664"/>
            <a:ext cx="0" cy="10058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642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Accueil complète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2880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asymétrique, Bento Grid, carousel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1272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1455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" y="3511296"/>
            <a:ext cx="0" cy="10058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127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Freelances &amp; filtrage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33649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data-categorie, filtres dynamiques JS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6301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" y="3995928"/>
            <a:ext cx="0" cy="10058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611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Animations scroll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38496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localStorage, IntersectionObserver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0965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1148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" y="4480560"/>
            <a:ext cx="0" cy="10058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96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Contact + Validation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4334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email/nom, feedback Bootstrap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5811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5994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1B69"/>
                </a:solidFill>
              </a:rPr>
              <a:t>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" y="4581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GitHub Pages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" y="48188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principal → github.io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303520" y="175564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0352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9224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0352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92240" y="3337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0352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0352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92240" y="4160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3500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8348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23957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3741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3741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105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3525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105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43525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DOCUMENTATION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utilisées tout au long du projet  |  Diapositive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1828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Bootstrap 5 – getbootstrap.com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Bootstrap Icons – icons.getbootstrap.com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188720"/>
            <a:ext cx="4160520" cy="1828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618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7190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MDN Web Docs – developer.mozilla.org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0848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IntersectionObserver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4505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localStorage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63240"/>
            <a:ext cx="4160520" cy="1828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363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935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Google Fonts – fonts.google.com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9593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Coolors.co (palette)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25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Canva (maquettes)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27000" dist="25400" dir="2700000" algn="bl" rotWithShape="0">
              <a:srgbClr val="2D1B6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063240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063240"/>
            <a:ext cx="4160520" cy="1828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363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Deploy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935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 Docs – docs.github.com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9593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 Pages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325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 SCM – git-scm.com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du site en conditions réelles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697480"/>
            <a:ext cx="5486400" cy="594360"/>
          </a:xfrm>
          <a:prstGeom prst="roundRect">
            <a:avLst>
              <a:gd name="adj" fmla="val 15385"/>
            </a:avLst>
          </a:prstGeom>
          <a:solidFill>
            <a:srgbClr val="1F19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2491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</a:t>
            </a:r>
            <a:r>
              <a:rPr lang="fr-F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https://khadyibrahima2005-prog.github.io/NDEYE-KHADY--NDIAYE-AfriTalent/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6400800" cy="347472"/>
          </a:xfrm>
          <a:prstGeom prst="roundRect">
            <a:avLst>
              <a:gd name="adj" fmla="val 21053"/>
            </a:avLst>
          </a:prstGeom>
          <a:solidFill>
            <a:srgbClr val="1F1940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3502152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Navigation entre les 6 pages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895344"/>
            <a:ext cx="6400800" cy="347472"/>
          </a:xfrm>
          <a:prstGeom prst="roundRect">
            <a:avLst>
              <a:gd name="adj" fmla="val 21053"/>
            </a:avLst>
          </a:prstGeom>
          <a:solidFill>
            <a:srgbClr val="1F1940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922776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Activation du Dark Mode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4315968"/>
            <a:ext cx="6400800" cy="347472"/>
          </a:xfrm>
          <a:prstGeom prst="roundRect">
            <a:avLst>
              <a:gd name="adj" fmla="val 21053"/>
            </a:avLst>
          </a:prstGeom>
          <a:solidFill>
            <a:srgbClr val="1F1940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434340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Filtrage des freelances par catégorie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4736592"/>
            <a:ext cx="6400800" cy="347472"/>
          </a:xfrm>
          <a:prstGeom prst="roundRect">
            <a:avLst>
              <a:gd name="adj" fmla="val 21053"/>
            </a:avLst>
          </a:prstGeom>
          <a:solidFill>
            <a:srgbClr val="1F1940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476402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Soumission du formulaire de contact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BILAN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appris · Ce qui reste à améliorer  |  Diapositive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Compétences Acquises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(header, nav, section, footer)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 : variables, flexbox, grid, animations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: grille, composants, utilitaires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: DOM, événements, localStorage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467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: commits, branches, rebase, push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: déploiement continu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51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(mobile-first)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Perspectives d'Amélioration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 Node.js + base de données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396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freelances (JWT)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messagerie interne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944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sécurisé (Stripe / Wave)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3467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mobile native (React Native)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avancé et PWA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151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(Jest)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!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743200" y="1737360"/>
            <a:ext cx="3657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606040"/>
            <a:ext cx="4572000" cy="1554480"/>
          </a:xfrm>
          <a:prstGeom prst="roundRect">
            <a:avLst>
              <a:gd name="adj" fmla="val 8824"/>
            </a:avLst>
          </a:prstGeom>
          <a:solidFill>
            <a:srgbClr val="7C3AED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724912"/>
            <a:ext cx="4206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NDEYE KHADY NDIAYE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IAGE – ISI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10 min présentation + 5 min questions techniques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1352</Words>
  <Application>Microsoft Office PowerPoint</Application>
  <PresentationFormat>Affichage à l'écran (16:9)</PresentationFormat>
  <Paragraphs>254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Courier New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– Présentation S2</dc:title>
  <dc:subject>PptxGenJS Presentation</dc:subject>
  <dc:creator>NDAYE KHADY NDAYE</dc:creator>
  <cp:lastModifiedBy>Ndeye khady ndiaye</cp:lastModifiedBy>
  <cp:revision>6</cp:revision>
  <dcterms:created xsi:type="dcterms:W3CDTF">2026-06-19T00:14:41Z</dcterms:created>
  <dcterms:modified xsi:type="dcterms:W3CDTF">2026-06-20T14:45:27Z</dcterms:modified>
</cp:coreProperties>
</file>